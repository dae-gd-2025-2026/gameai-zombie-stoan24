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Stan OLIVIER</cp:lastModifiedBy>
  <cp:revision>3</cp:revision>
  <dcterms:created xsi:type="dcterms:W3CDTF">2021-12-17T12:45:32Z</dcterms:created>
  <dcterms:modified xsi:type="dcterms:W3CDTF">2026-06-04T11:03:53Z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